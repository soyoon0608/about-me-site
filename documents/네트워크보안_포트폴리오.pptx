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ce95ad9b044c75" /><Relationship Type="http://schemas.openxmlformats.org/officeDocument/2006/relationships/extended-properties" Target="/docProps/app.xml" Id="Rcf38471cf115448f" /><Relationship Type="http://schemas.openxmlformats.org/officeDocument/2006/relationships/officeDocument" Target="/ppt/presentation.xml" Id="R72e4b7cc530c4a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225c538b784957"/>
  </p:sldMasterIdLst>
  <p:notesMasterIdLst>
    <p:notesMasterId xmlns:r="http://schemas.openxmlformats.org/officeDocument/2006/relationships" r:id="R45a72aa793fd4f51"/>
  </p:notesMasterIdLst>
  <p:sldIdLst>
    <p:sldId xmlns:r="http://schemas.openxmlformats.org/officeDocument/2006/relationships" id="256" r:id="Rc2ff211096fa40fe"/>
    <p:sldId xmlns:r="http://schemas.openxmlformats.org/officeDocument/2006/relationships" id="257" r:id="Rc1431df16a6d43c3"/>
    <p:sldId xmlns:r="http://schemas.openxmlformats.org/officeDocument/2006/relationships" id="258" r:id="R8317ca3d70ea4a70"/>
    <p:sldId xmlns:r="http://schemas.openxmlformats.org/officeDocument/2006/relationships" id="259" r:id="R3ae8978d26bd448e"/>
    <p:sldId xmlns:r="http://schemas.openxmlformats.org/officeDocument/2006/relationships" id="260" r:id="R6baae30aeb8a421a"/>
    <p:sldId xmlns:r="http://schemas.openxmlformats.org/officeDocument/2006/relationships" id="261" r:id="Rb03933d114414f86"/>
    <p:sldId xmlns:r="http://schemas.openxmlformats.org/officeDocument/2006/relationships" id="262" r:id="R1fa4f771611e4db4"/>
    <p:sldId xmlns:r="http://schemas.openxmlformats.org/officeDocument/2006/relationships" id="263" r:id="R79aafb586482400e"/>
    <p:sldId xmlns:r="http://schemas.openxmlformats.org/officeDocument/2006/relationships" id="264" r:id="R6f814b25c47b4284"/>
    <p:sldId xmlns:r="http://schemas.openxmlformats.org/officeDocument/2006/relationships" id="265" r:id="Rfb3a1fe69d124535"/>
    <p:sldId xmlns:r="http://schemas.openxmlformats.org/officeDocument/2006/relationships" id="266" r:id="R27f7e9ac57b04bd9"/>
    <p:sldId xmlns:r="http://schemas.openxmlformats.org/officeDocument/2006/relationships" id="267" r:id="R7232d25d45a24c8d"/>
    <p:sldId xmlns:r="http://schemas.openxmlformats.org/officeDocument/2006/relationships" id="268" r:id="Rdc680da027eb4a71"/>
    <p:sldId xmlns:r="http://schemas.openxmlformats.org/officeDocument/2006/relationships" id="269" r:id="R32fc211d16d644ac"/>
    <p:sldId xmlns:r="http://schemas.openxmlformats.org/officeDocument/2006/relationships" id="270" r:id="R3f6a363a25d44590"/>
    <p:sldId xmlns:r="http://schemas.openxmlformats.org/officeDocument/2006/relationships" id="271" r:id="R97a1b131e8544918"/>
    <p:sldId xmlns:r="http://schemas.openxmlformats.org/officeDocument/2006/relationships" id="272" r:id="R11ac9e78457646af"/>
    <p:sldId xmlns:r="http://schemas.openxmlformats.org/officeDocument/2006/relationships" id="273" r:id="R85d2aec214fe477f"/>
    <p:sldId xmlns:r="http://schemas.openxmlformats.org/officeDocument/2006/relationships" id="274" r:id="R43efdae7273043f2"/>
    <p:sldId xmlns:r="http://schemas.openxmlformats.org/officeDocument/2006/relationships" id="275" r:id="Rb1ba65aad5ea4446"/>
    <p:sldId xmlns:r="http://schemas.openxmlformats.org/officeDocument/2006/relationships" id="276" r:id="R2f26ec76b5294eb3"/>
    <p:sldId xmlns:r="http://schemas.openxmlformats.org/officeDocument/2006/relationships" id="277" r:id="R93e9275dd65c486b"/>
    <p:sldId xmlns:r="http://schemas.openxmlformats.org/officeDocument/2006/relationships" id="278" r:id="Rf3cd978fb709418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f54a7ce921455c" /><Relationship Type="http://schemas.openxmlformats.org/officeDocument/2006/relationships/slideMaster" Target="/ppt/slideMasters/slideMaster1.xml" Id="R4a225c538b784957" /><Relationship Type="http://schemas.openxmlformats.org/officeDocument/2006/relationships/notesMaster" Target="/ppt/notesMasters/notesMaster1.xml" Id="R45a72aa793fd4f51" /><Relationship Type="http://schemas.openxmlformats.org/officeDocument/2006/relationships/presProps" Target="/ppt/presProps.xml" Id="R7a3229fb29284f77" /><Relationship Type="http://schemas.openxmlformats.org/officeDocument/2006/relationships/viewProps" Target="/ppt/viewProps.xml" Id="Rd3f4246fb6394f1c" /><Relationship Type="http://schemas.openxmlformats.org/officeDocument/2006/relationships/tableStyles" Target="/ppt/tableStyles.xml" Id="R7fb1d0d92e3b4dc0" /><Relationship Type="http://schemas.openxmlformats.org/officeDocument/2006/relationships/slide" Target="/ppt/slides/slide1.xml" Id="Rc2ff211096fa40fe" /><Relationship Type="http://schemas.openxmlformats.org/officeDocument/2006/relationships/slide" Target="/ppt/slides/slide2.xml" Id="Rc1431df16a6d43c3" /><Relationship Type="http://schemas.openxmlformats.org/officeDocument/2006/relationships/slide" Target="/ppt/slides/slide3.xml" Id="R8317ca3d70ea4a70" /><Relationship Type="http://schemas.openxmlformats.org/officeDocument/2006/relationships/slide" Target="/ppt/slides/slide4.xml" Id="R3ae8978d26bd448e" /><Relationship Type="http://schemas.openxmlformats.org/officeDocument/2006/relationships/slide" Target="/ppt/slides/slide5.xml" Id="R6baae30aeb8a421a" /><Relationship Type="http://schemas.openxmlformats.org/officeDocument/2006/relationships/slide" Target="/ppt/slides/slide6.xml" Id="Rb03933d114414f86" /><Relationship Type="http://schemas.openxmlformats.org/officeDocument/2006/relationships/slide" Target="/ppt/slides/slide7.xml" Id="R1fa4f771611e4db4" /><Relationship Type="http://schemas.openxmlformats.org/officeDocument/2006/relationships/slide" Target="/ppt/slides/slide8.xml" Id="R79aafb586482400e" /><Relationship Type="http://schemas.openxmlformats.org/officeDocument/2006/relationships/slide" Target="/ppt/slides/slide9.xml" Id="R6f814b25c47b4284" /><Relationship Type="http://schemas.openxmlformats.org/officeDocument/2006/relationships/slide" Target="/ppt/slides/slide10.xml" Id="Rfb3a1fe69d124535" /><Relationship Type="http://schemas.openxmlformats.org/officeDocument/2006/relationships/slide" Target="/ppt/slides/slide11.xml" Id="R27f7e9ac57b04bd9" /><Relationship Type="http://schemas.openxmlformats.org/officeDocument/2006/relationships/slide" Target="/ppt/slides/slide12.xml" Id="R7232d25d45a24c8d" /><Relationship Type="http://schemas.openxmlformats.org/officeDocument/2006/relationships/slide" Target="/ppt/slides/slide13.xml" Id="Rdc680da027eb4a71" /><Relationship Type="http://schemas.openxmlformats.org/officeDocument/2006/relationships/slide" Target="/ppt/slides/slide14.xml" Id="R32fc211d16d644ac" /><Relationship Type="http://schemas.openxmlformats.org/officeDocument/2006/relationships/slide" Target="/ppt/slides/slide15.xml" Id="R3f6a363a25d44590" /><Relationship Type="http://schemas.openxmlformats.org/officeDocument/2006/relationships/slide" Target="/ppt/slides/slide16.xml" Id="R97a1b131e8544918" /><Relationship Type="http://schemas.openxmlformats.org/officeDocument/2006/relationships/slide" Target="/ppt/slides/slide17.xml" Id="R11ac9e78457646af" /><Relationship Type="http://schemas.openxmlformats.org/officeDocument/2006/relationships/slide" Target="/ppt/slides/slide18.xml" Id="R85d2aec214fe477f" /><Relationship Type="http://schemas.openxmlformats.org/officeDocument/2006/relationships/slide" Target="/ppt/slides/slide19.xml" Id="R43efdae7273043f2" /><Relationship Type="http://schemas.openxmlformats.org/officeDocument/2006/relationships/slide" Target="/ppt/slides/slide20.xml" Id="Rb1ba65aad5ea4446" /><Relationship Type="http://schemas.openxmlformats.org/officeDocument/2006/relationships/slide" Target="/ppt/slides/slide21.xml" Id="R2f26ec76b5294eb3" /><Relationship Type="http://schemas.openxmlformats.org/officeDocument/2006/relationships/slide" Target="/ppt/slides/slide22.xml" Id="R93e9275dd65c486b" /><Relationship Type="http://schemas.openxmlformats.org/officeDocument/2006/relationships/slide" Target="/ppt/slides/slide23.xml" Id="Rf3cd978fb70941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5575409fec47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88003d79064156" /><Relationship Type="http://schemas.openxmlformats.org/officeDocument/2006/relationships/notesMaster" Target="/ppt/notesMasters/notesMaster1.xml" Id="R4ff84940160746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220da13f9940cd" /><Relationship Type="http://schemas.openxmlformats.org/officeDocument/2006/relationships/notesMaster" Target="/ppt/notesMasters/notesMaster1.xml" Id="Rcb8cc3079ae54b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3f0f2a6a2ba4274" /><Relationship Type="http://schemas.openxmlformats.org/officeDocument/2006/relationships/notesMaster" Target="/ppt/notesMasters/notesMaster1.xml" Id="R5388122afa2046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bb4eead592415e" /><Relationship Type="http://schemas.openxmlformats.org/officeDocument/2006/relationships/notesMaster" Target="/ppt/notesMasters/notesMaster1.xml" Id="Rc292e25530944b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534fbb75d840dd" /><Relationship Type="http://schemas.openxmlformats.org/officeDocument/2006/relationships/notesMaster" Target="/ppt/notesMasters/notesMaster1.xml" Id="R7e71605fa9454e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b869ced5d74966" /><Relationship Type="http://schemas.openxmlformats.org/officeDocument/2006/relationships/notesMaster" Target="/ppt/notesMasters/notesMaster1.xml" Id="R336d97368b7141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68ec5b1cef4f36" /><Relationship Type="http://schemas.openxmlformats.org/officeDocument/2006/relationships/notesMaster" Target="/ppt/notesMasters/notesMaster1.xml" Id="Rb712dc0a32dd4a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cfeeee5eeb4ad0" /><Relationship Type="http://schemas.openxmlformats.org/officeDocument/2006/relationships/notesMaster" Target="/ppt/notesMasters/notesMaster1.xml" Id="Rcb965161e89c45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457dcea4bc49ee" /><Relationship Type="http://schemas.openxmlformats.org/officeDocument/2006/relationships/notesMaster" Target="/ppt/notesMasters/notesMaster1.xml" Id="R2d6f449693f349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bde61f072e44b8" /><Relationship Type="http://schemas.openxmlformats.org/officeDocument/2006/relationships/notesMaster" Target="/ppt/notesMasters/notesMaster1.xml" Id="R846ef0de78cb4d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7da0050b3c4ee3" /><Relationship Type="http://schemas.openxmlformats.org/officeDocument/2006/relationships/notesMaster" Target="/ppt/notesMasters/notesMaster1.xml" Id="R532e31243a094c2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e9c3d262514c5d" /><Relationship Type="http://schemas.openxmlformats.org/officeDocument/2006/relationships/notesMaster" Target="/ppt/notesMasters/notesMaster1.xml" Id="R32ab27533d36461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f9ac6a1d8c4dfe" /><Relationship Type="http://schemas.openxmlformats.org/officeDocument/2006/relationships/notesMaster" Target="/ppt/notesMasters/notesMaster1.xml" Id="R276d1d36c5bf480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9a69825f72740b4" /><Relationship Type="http://schemas.openxmlformats.org/officeDocument/2006/relationships/notesMaster" Target="/ppt/notesMasters/notesMaster1.xml" Id="Raed25aacf3454e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f0557358d384565" /><Relationship Type="http://schemas.openxmlformats.org/officeDocument/2006/relationships/notesMaster" Target="/ppt/notesMasters/notesMaster1.xml" Id="Rdd9e2edca8dc40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0caf8672bc499a" /><Relationship Type="http://schemas.openxmlformats.org/officeDocument/2006/relationships/notesMaster" Target="/ppt/notesMasters/notesMaster1.xml" Id="R4d60cd5643d4408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0f264f041da4df1" /><Relationship Type="http://schemas.openxmlformats.org/officeDocument/2006/relationships/notesMaster" Target="/ppt/notesMasters/notesMaster1.xml" Id="Rea81b595498f4a6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8f4966a98845e8" /><Relationship Type="http://schemas.openxmlformats.org/officeDocument/2006/relationships/notesMaster" Target="/ppt/notesMasters/notesMaster1.xml" Id="R171cfc78a6204db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8cec8c23b904126" /><Relationship Type="http://schemas.openxmlformats.org/officeDocument/2006/relationships/notesMaster" Target="/ppt/notesMasters/notesMaster1.xml" Id="R91ed8ed8c3fc4cf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54bbfde30a14af2" /><Relationship Type="http://schemas.openxmlformats.org/officeDocument/2006/relationships/notesMaster" Target="/ppt/notesMasters/notesMaster1.xml" Id="Rb1e9cc76844c4b8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13874d6b49d441e" /><Relationship Type="http://schemas.openxmlformats.org/officeDocument/2006/relationships/notesMaster" Target="/ppt/notesMasters/notesMaster1.xml" Id="Rb1da6c4c6d0c469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cf37f3904db4944" /><Relationship Type="http://schemas.openxmlformats.org/officeDocument/2006/relationships/notesMaster" Target="/ppt/notesMasters/notesMaster1.xml" Id="R1d20186b50254c0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5c697bda10541e8" /><Relationship Type="http://schemas.openxmlformats.org/officeDocument/2006/relationships/notesMaster" Target="/ppt/notesMasters/notesMaster1.xml" Id="Rf6b23e42ab2c4c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b3c6c216d43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f315955a34b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4da8a06fa244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3270010b34a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bf574ebb6641c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32613875b46c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3c747c0a2442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5b90c4981468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29d6a9667449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e73c513dfb4b8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6cd0e204ff44e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ADEA83B-B463-431B-8E6D-43DD9BEC209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D0A59F-7868-4740-8A7D-2B4C73D61C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8D45E2-14D1-4ED2-A86E-9204D24DE3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48F7C5B-258A-4E99-A0F0-356E100342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E4DFEBF-3D24-4ED6-BA60-699A624E0C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BFBBEFE-E604-413E-A480-462516E188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2E28E00-B7F5-4D73-8B86-A60EA3C3FDC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1DA91A-65CF-46CB-A3B3-0F3F6A8AFA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740F31-E2FE-4129-B3FE-B100246F3B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0EABA5-FE8A-4974-8460-84912C1357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CC6063-C15E-4950-8BBC-C5D1E2BC7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B9B45D9-19C4-4FD0-8F6A-E3F522F4D3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551F45-4AC7-4321-A4DA-6EE614288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8D7373-4CC9-4503-9ACE-E76183104F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701D7A3-6D72-4809-AECC-3258BAC47F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FEC81-AD03-4E76-A8B6-C6138263FD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BD6BEA-E050-4EC4-B19E-C3084612A6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769E91-E21F-4BCC-8132-26E5B066609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04ED105-42AB-4690-9772-0FCF5ED3D7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214C37-0B40-4249-9D35-58130E9007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2C9F2E-1EE5-4465-83C7-CB03FC8573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2E306A-C092-4F69-9E0E-B25B67182C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36E8D1D-41DD-4052-8D55-71D4E5F237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63769A-31E9-4287-84CE-8D9793A19B5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AE8C88C-CF98-4376-A5BA-71B7CD8C10A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6BFCDBE-D93A-41E7-8E65-189E8213C7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CA778A9-B0BD-452E-BD25-436EE5DDE7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47155D8-C83C-4860-9774-CF7E8FFF50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89F5517-EB01-403B-BF3F-DFD5105EA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D413D96-AE79-44F5-BDE8-FE6498417D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D1C6D90-CA9A-4077-96DB-EFC2B86C7C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6598904-023C-4CA9-A182-2AE0CA97C5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DC92B29-AC7F-46B4-9958-CCBD091479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2936904-0E8E-4D78-A2D8-1618D4AAC7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D7BE672-A3D0-40E7-A842-CC42F922A0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0B89BA9-2D87-468C-BBB4-7E7A5E9BE6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116C46-DBD3-42B9-9A52-FBAFFD5B22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01B0429-E931-44E1-AFF4-2FB7CEA424E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1270A3-B34E-49B0-B21D-A2D713D8E6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145490-EB0D-43D4-8338-F55191D9DD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F92AEC0-C849-4452-A769-A555E404FF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7D4309-F78D-44DB-B8C7-C8B195161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434489-3053-4387-8B7F-A2B677A77A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99F3A71-5CE0-42A5-8F96-C5DF5349153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DBEF871-BDEB-4B34-9129-5DDC79DCD0E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763B0EB-C4F1-4631-9FEA-A848C50E6E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CCC890-84FA-4F7E-BFF2-A8B45D9DBB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E4765A-EF75-46D5-AEAA-0707D5C2AF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B9545-4546-46E3-89D5-C7914E823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0158D0-4239-4CC6-8822-B2E0A742A8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975844-7575-41DA-BEF9-10F264A485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F191C2A-42AB-4601-97A7-3D56239D4A8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E73E7F-721C-4B09-8BDC-F7C56239FC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3E19DC9-2206-4E69-A874-77E7494696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C4301C-4BBB-4BAF-9A34-5580936BD5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D5F3ED1-02A6-4985-A520-CF2411AF34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6EF758-3AEB-4995-808C-C36B985011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7EBD0-99C0-4481-8B11-F9FB61F5F3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0719e12a6c4dd1" /><Relationship Type="http://schemas.openxmlformats.org/officeDocument/2006/relationships/slideLayout" Target="/ppt/slideLayouts/slideLayout1.xml" Id="Rf83be54582be473d" /><Relationship Type="http://schemas.openxmlformats.org/officeDocument/2006/relationships/slideLayout" Target="/ppt/slideLayouts/slideLayout2.xml" Id="Rb316b3054fbb4ad5" /><Relationship Type="http://schemas.openxmlformats.org/officeDocument/2006/relationships/slideLayout" Target="/ppt/slideLayouts/slideLayout3.xml" Id="R38fc4f77e94545da" /><Relationship Type="http://schemas.openxmlformats.org/officeDocument/2006/relationships/slideLayout" Target="/ppt/slideLayouts/slideLayout4.xml" Id="R5c4ae487d1be4761" /><Relationship Type="http://schemas.openxmlformats.org/officeDocument/2006/relationships/slideLayout" Target="/ppt/slideLayouts/slideLayout5.xml" Id="Rd1adf8a4a24440ec" /><Relationship Type="http://schemas.openxmlformats.org/officeDocument/2006/relationships/slideLayout" Target="/ppt/slideLayouts/slideLayout6.xml" Id="Rc5f3c8c1daed4c4a" /><Relationship Type="http://schemas.openxmlformats.org/officeDocument/2006/relationships/slideLayout" Target="/ppt/slideLayouts/slideLayout7.xml" Id="R702e4a8e1b194600" /><Relationship Type="http://schemas.openxmlformats.org/officeDocument/2006/relationships/slideLayout" Target="/ppt/slideLayouts/slideLayout8.xml" Id="R9d16b2bfe6674935" /><Relationship Type="http://schemas.openxmlformats.org/officeDocument/2006/relationships/slideLayout" Target="/ppt/slideLayouts/slideLayout9.xml" Id="Re74fe721e8094144" /><Relationship Type="http://schemas.openxmlformats.org/officeDocument/2006/relationships/slideLayout" Target="/ppt/slideLayouts/slideLayout10.xml" Id="R9b885d7d98544fec" /><Relationship Type="http://schemas.openxmlformats.org/officeDocument/2006/relationships/slideLayout" Target="/ppt/slideLayouts/slideLayout11.xml" Id="Ra8086820cfb945a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5FDF8B6-501D-4A5D-B5BF-490897F82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0315041-C7F3-43DC-9C72-5ABD85FF6F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ED1462A-57AD-4F2B-9E16-82E80448CB5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68BF1A-FC0D-4EC8-BEC3-DA9EC601E7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9CA438E-3002-4841-88BE-E2513BFCDCC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3be54582be473d"/>
    <p:sldLayoutId xmlns:r="http://schemas.openxmlformats.org/officeDocument/2006/relationships" id="2147483650" r:id="Rb316b3054fbb4ad5"/>
    <p:sldLayoutId xmlns:r="http://schemas.openxmlformats.org/officeDocument/2006/relationships" id="2147483651" r:id="R38fc4f77e94545da"/>
    <p:sldLayoutId xmlns:r="http://schemas.openxmlformats.org/officeDocument/2006/relationships" id="2147483652" r:id="R5c4ae487d1be4761"/>
    <p:sldLayoutId xmlns:r="http://schemas.openxmlformats.org/officeDocument/2006/relationships" id="2147483653" r:id="Rd1adf8a4a24440ec"/>
    <p:sldLayoutId xmlns:r="http://schemas.openxmlformats.org/officeDocument/2006/relationships" id="2147483654" r:id="Rc5f3c8c1daed4c4a"/>
    <p:sldLayoutId xmlns:r="http://schemas.openxmlformats.org/officeDocument/2006/relationships" id="2147483655" r:id="R702e4a8e1b194600"/>
    <p:sldLayoutId xmlns:r="http://schemas.openxmlformats.org/officeDocument/2006/relationships" id="2147483656" r:id="R9d16b2bfe6674935"/>
    <p:sldLayoutId xmlns:r="http://schemas.openxmlformats.org/officeDocument/2006/relationships" id="2147483657" r:id="Re74fe721e8094144"/>
    <p:sldLayoutId xmlns:r="http://schemas.openxmlformats.org/officeDocument/2006/relationships" id="2147483658" r:id="R9b885d7d98544fec"/>
    <p:sldLayoutId xmlns:r="http://schemas.openxmlformats.org/officeDocument/2006/relationships" id="2147483659" r:id="Ra8086820cfb945a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bf0235de934d20" /><Relationship Type="http://schemas.openxmlformats.org/officeDocument/2006/relationships/notesSlide" Target="/ppt/notesSlides/notesSlide1.xml" Id="R9e4cba394dcd48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e2d796f0a43e5" /><Relationship Type="http://schemas.openxmlformats.org/officeDocument/2006/relationships/notesSlide" Target="/ppt/notesSlides/notesSlide2.xml" Id="R8b4a75b26d1e4d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6c783e65d34c18" /><Relationship Type="http://schemas.openxmlformats.org/officeDocument/2006/relationships/notesSlide" Target="/ppt/notesSlides/notesSlide3.xml" Id="R8c3a47d5550c4a0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ccfea829274ec3" /><Relationship Type="http://schemas.openxmlformats.org/officeDocument/2006/relationships/image" Target="/ppt/media/image.jpeg" Id="Rd02e50612a494b09" /><Relationship Type="http://schemas.openxmlformats.org/officeDocument/2006/relationships/notesSlide" Target="/ppt/notesSlides/notesSlide4.xml" Id="R4989a227043b44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3bfe2169ca48d6" /><Relationship Type="http://schemas.openxmlformats.org/officeDocument/2006/relationships/image" Target="/ppt/media/image2.jpeg" Id="R8cfe773f68974661" /><Relationship Type="http://schemas.openxmlformats.org/officeDocument/2006/relationships/notesSlide" Target="/ppt/notesSlides/notesSlide5.xml" Id="Rb7c1c95786fd4e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965c68a1a1442c" /><Relationship Type="http://schemas.openxmlformats.org/officeDocument/2006/relationships/image" Target="/ppt/media/image3.jpeg" Id="R563113a23ea04fda" /><Relationship Type="http://schemas.openxmlformats.org/officeDocument/2006/relationships/notesSlide" Target="/ppt/notesSlides/notesSlide6.xml" Id="R2c8428809680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1169f45f9b4bd9" /><Relationship Type="http://schemas.openxmlformats.org/officeDocument/2006/relationships/image" Target="/ppt/media/image4.jpeg" Id="Rbfd14ec24ad84891" /><Relationship Type="http://schemas.openxmlformats.org/officeDocument/2006/relationships/notesSlide" Target="/ppt/notesSlides/notesSlide7.xml" Id="R7ab5f1a083c741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a765d6bf9e459d" /><Relationship Type="http://schemas.openxmlformats.org/officeDocument/2006/relationships/image" Target="/ppt/media/image5.jpeg" Id="R167ccd29a75546a5" /><Relationship Type="http://schemas.openxmlformats.org/officeDocument/2006/relationships/notesSlide" Target="/ppt/notesSlides/notesSlide8.xml" Id="R580de7ec184b444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31bb424eaa48a7" /><Relationship Type="http://schemas.openxmlformats.org/officeDocument/2006/relationships/image" Target="/ppt/media/image6.jpeg" Id="R5abdc2ea7a344e01" /><Relationship Type="http://schemas.openxmlformats.org/officeDocument/2006/relationships/notesSlide" Target="/ppt/notesSlides/notesSlide9.xml" Id="Rd0739aa992f042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9ed7251e334174" /><Relationship Type="http://schemas.openxmlformats.org/officeDocument/2006/relationships/image" Target="/ppt/media/image7.jpeg" Id="R8ee9dfb57b6d4c78" /><Relationship Type="http://schemas.openxmlformats.org/officeDocument/2006/relationships/notesSlide" Target="/ppt/notesSlides/notesSlide10.xml" Id="Re3db689134f14ef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375838a6254287" /><Relationship Type="http://schemas.openxmlformats.org/officeDocument/2006/relationships/image" Target="/ppt/media/image8.jpeg" Id="R64e1152033f14d9a" /><Relationship Type="http://schemas.openxmlformats.org/officeDocument/2006/relationships/notesSlide" Target="/ppt/notesSlides/notesSlide11.xml" Id="R85622daeb6194a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e2f46471e54c7f" /><Relationship Type="http://schemas.openxmlformats.org/officeDocument/2006/relationships/image" Target="/ppt/media/image9.jpeg" Id="R0d1a4becd25748a3" /><Relationship Type="http://schemas.openxmlformats.org/officeDocument/2006/relationships/notesSlide" Target="/ppt/notesSlides/notesSlide12.xml" Id="Rc6300347e87241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8d113756934d5b" /><Relationship Type="http://schemas.openxmlformats.org/officeDocument/2006/relationships/image" Target="/ppt/media/image10.jpeg" Id="Rb81ad4c6435b4d9e" /><Relationship Type="http://schemas.openxmlformats.org/officeDocument/2006/relationships/notesSlide" Target="/ppt/notesSlides/notesSlide13.xml" Id="R1c4a80bae6984f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7adb57208f4fe3" /><Relationship Type="http://schemas.openxmlformats.org/officeDocument/2006/relationships/notesSlide" Target="/ppt/notesSlides/notesSlide14.xml" Id="R09da95f7e7eb40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c0db4c79f14a9b" /><Relationship Type="http://schemas.openxmlformats.org/officeDocument/2006/relationships/image" Target="/ppt/media/image11.jpeg" Id="Rcd4131b1c1664dbe" /><Relationship Type="http://schemas.openxmlformats.org/officeDocument/2006/relationships/notesSlide" Target="/ppt/notesSlides/notesSlide15.xml" Id="R395b473b51fb40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dea09bb1ce47ae" /><Relationship Type="http://schemas.openxmlformats.org/officeDocument/2006/relationships/image" Target="/ppt/media/image12.jpeg" Id="R200e767017204caa" /><Relationship Type="http://schemas.openxmlformats.org/officeDocument/2006/relationships/notesSlide" Target="/ppt/notesSlides/notesSlide16.xml" Id="Re2a8fbc3269140c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8762f9f8a040b9" /><Relationship Type="http://schemas.openxmlformats.org/officeDocument/2006/relationships/image" Target="/ppt/media/image13.jpeg" Id="R24baf98238fb4278" /><Relationship Type="http://schemas.openxmlformats.org/officeDocument/2006/relationships/notesSlide" Target="/ppt/notesSlides/notesSlide17.xml" Id="Rfa6b2b6ed34e4f5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592e3b7cda4446" /><Relationship Type="http://schemas.openxmlformats.org/officeDocument/2006/relationships/image" Target="/ppt/media/image14.jpeg" Id="R180df383bf4843e1" /><Relationship Type="http://schemas.openxmlformats.org/officeDocument/2006/relationships/notesSlide" Target="/ppt/notesSlides/notesSlide18.xml" Id="R97e1bbd0450e47d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265d00164f4763" /><Relationship Type="http://schemas.openxmlformats.org/officeDocument/2006/relationships/notesSlide" Target="/ppt/notesSlides/notesSlide19.xml" Id="R4de12a5bd7694d3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f7f61c4de43f7" /><Relationship Type="http://schemas.openxmlformats.org/officeDocument/2006/relationships/image" Target="/ppt/media/image15.jpeg" Id="Re37893d18b1c4025" /><Relationship Type="http://schemas.openxmlformats.org/officeDocument/2006/relationships/notesSlide" Target="/ppt/notesSlides/notesSlide20.xml" Id="R93527b18fac64fb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3bb87cf6f43d4" /><Relationship Type="http://schemas.openxmlformats.org/officeDocument/2006/relationships/image" Target="/ppt/media/image16.jpeg" Id="R7ba38735170a42b0" /><Relationship Type="http://schemas.openxmlformats.org/officeDocument/2006/relationships/image" Target="/ppt/media/image17.jpeg" Id="Re26291aee17e4f0e" /><Relationship Type="http://schemas.openxmlformats.org/officeDocument/2006/relationships/notesSlide" Target="/ppt/notesSlides/notesSlide21.xml" Id="Rf295b9ec284748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483dd6cd5499a" /><Relationship Type="http://schemas.openxmlformats.org/officeDocument/2006/relationships/image" Target="/ppt/media/image18.jpeg" Id="Rb71cff601f5a4695" /><Relationship Type="http://schemas.openxmlformats.org/officeDocument/2006/relationships/notesSlide" Target="/ppt/notesSlides/notesSlide22.xml" Id="R1a58e4ad978841c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0659834ca490b" /><Relationship Type="http://schemas.openxmlformats.org/officeDocument/2006/relationships/notesSlide" Target="/ppt/notesSlides/notesSlide23.xml" Id="Rb8330c6a9cc04b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F71A607-1DBC-4A77-BB3F-A7A687EC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D1DEC74-E371-4A9D-80E5-90410FAC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1EFFBA-06C0-4052-B7D0-5E13C52F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네트워크 보안 포트폴리오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A7486CC-05B5-4EB9-B529-80F926B7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28A69D-5521-44E5-8987-1B660659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1D9862-F7BB-4ABB-84E0-6E302B3B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7B89696-3F08-44B4-B8A1-DBA2650D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65376"/>
            <a:ext cx="10424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4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패킷과 시스템의 변화를 화면으로 검증하다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2622668-22F7-4AE8-81B1-F8C40F5A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880360"/>
            <a:ext cx="105156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9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네트워크 구성과 원격 접속 · 포트 스캔 패킷 분석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9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ARP 테이블 변화 · DNS 변조 실습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E0FF3D-C444-4391-AF3C-08A064FF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2026  /  </a:t>
            </a: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자료를 반영한 제출용 포트폴리오</a:t>
            </a:r>
          </a:p>
        </p:txBody>
      </p:sp>
    </p:spTree>
    <p:extLst>
      <p:ext uri="{BB962C8B-B14F-4D97-AF65-F5344CB8AC3E}">
        <p14:creationId xmlns:p14="http://schemas.microsoft.com/office/powerpoint/2010/main" val="7369370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E532322-5F6F-4932-8199-2483B8BB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E73EE4-C188-4E74-BF6E-F839B509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263D5D-B5B0-44B9-88B8-1E78D3F8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목차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C776F1-A66A-4927-987F-F4A08A09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4634263-305C-4649-9EB3-DB45FB3F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7C09190-0302-4F46-AF07-AFB9BD6D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6A4E9E3-8F0C-4F82-886F-79CAEC47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682496"/>
            <a:ext cx="10698480" cy="4480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0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01  범위와 증거 기준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0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02  DNS·DHCP·원격 접속의 기초 검증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0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03  IPv6 로컬 통신과 NAT/PAT 학습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0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04  포트 스캔과 응답 패킷 대조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0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05  ARP 테이블 변화와 DNS 변조 실습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0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06  결론과 추가 검증</a:t>
            </a:r>
          </a:p>
        </p:txBody>
      </p:sp>
    </p:spTree>
    <p:extLst>
      <p:ext uri="{BB962C8B-B14F-4D97-AF65-F5344CB8AC3E}">
        <p14:creationId xmlns:p14="http://schemas.microsoft.com/office/powerpoint/2010/main" val="8943766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87C054-31A3-4E9A-8574-2024F25F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903C3B-A675-40DE-B0AD-371E7319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ABF2B8A-9C79-4FEC-8F08-AC340125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실습 범위와 판단 기준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EB24135-1979-439E-A3A3-3233B6CC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989D33-C784-4E92-879A-562029EC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209274-B185-4D2B-BF74-D2F36216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2CC0C1-91D8-4307-BB4A-D5F8B30F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819656"/>
            <a:ext cx="10607040" cy="4023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Wireshark: 실제 PC에서 DNS 및 루프백 SSH 트래픽 관찰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Packet Tracer: 라우터·스위치·PC 구성과 주소 할당 및 원격 접속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Kali Linux: 공개키 인증, IPv6 루프백 통신 확인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화면에 나타난 결과만 성공 사례로 적고, NAT/PAT은 학습 내용으로 표시했다.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9186D9-B395-412E-8478-2A199BE1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실습 화면은 서로 다른 시점·환경의 기록이다. 각 화면이 직접 입증하는 범위만 설명한다.</a:t>
            </a:r>
          </a:p>
        </p:txBody>
      </p:sp>
    </p:spTree>
    <p:extLst>
      <p:ext uri="{BB962C8B-B14F-4D97-AF65-F5344CB8AC3E}">
        <p14:creationId xmlns:p14="http://schemas.microsoft.com/office/powerpoint/2010/main" val="20474592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F2E299-EB95-4928-A6AE-74573B6F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590F39-354F-4E9D-BF9F-5D28B7F8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48786D1-9C9E-4E40-A9F1-25A46049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DNS 질의와 응답 추적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A834C0-3C44-4CDA-BE36-394347C0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D61E27D-1ABB-4AEF-A751-C07698B8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C18CCD-DF3D-448F-ADB3-BC73146C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e50612a494b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1776013"/>
            <a:ext cx="7086600" cy="3589436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F4996B5-4DAB-4081-A774-60F30796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844044-D2A1-4684-8D68-04E7DCF5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2BF20F-9CD1-4BB5-A11C-C318816E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www.naver.com A 질의와 응답의 트랜잭션 ID 0x0002가 일치한다.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5F67B31-1DD9-4D70-8ACD-F6CF8A1E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클라이언트 192.168.45.209와 DNS 서버 219.250.36.130 사이의 요청·응답을 짝지어 확인했다.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BE7510-69C1-4FCF-929E-8C5972AB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20094782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C91DFC-2D0A-4A73-A692-506F07CD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BC96561-3737-4042-94E2-BF2C3DB3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B5294AD-04A3-44DB-95E2-F954BEEC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DNS 응답 레코드 해석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F9A9AA-8EF4-440F-AA2C-A18A8B6D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27BFF2-78DF-4A75-BF7E-9959D9BF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E72A02-323E-403F-83F5-AC07B9B9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05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e773f689746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1755252"/>
            <a:ext cx="7086600" cy="3630959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9AD21F9-49B9-4109-B719-7D58EB54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275734C-38D6-4D7D-B868-13312140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2C3DD5-45C7-488B-A616-5418E883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CNAME: www.naver.com.nheos.com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A: 223.130.200.219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TTL: 59초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B535377-F0EF-4AAD-92EA-8E348903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응답 시점의 레코드를 읽은 결과다. 주소가 영구히 같다는 뜻은 아니다.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33A5492-AF02-4CBB-95F7-9D41BB4D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289893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ED2910-570A-4215-B012-748DF184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7C8364-25CF-442A-A257-76A7F339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889490E-2685-4B7C-8CCC-EC64D6A6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DHCP 서버 구성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750B66-1FB7-4308-9A31-11E38E84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CEDF308-C694-447C-94D3-9579DB62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222897B-DEBA-4ED4-90F3-76DD67E3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06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113a23ea04f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419620"/>
            <a:ext cx="7086600" cy="2302222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992F579-C2ED-46F0-B01E-71292A5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F8AEF65-F506-41E7-8D44-A42B23FE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078B27E-C52E-4757-9300-6311E76B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라우터에 LAN 풀 설정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192.168.10.0/24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게이트웨이 .1, DNS 8.8.8.8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193B85-2AA2-4871-BBAD-6DBE85A3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라우터 자체가 DHCP 서버다. 이 화면은 DHCP Relay 실습 근거가 아니다.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6770CCB-6E2E-4733-BED0-C64E6E08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888491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662FCBA-6781-428E-816F-852C1D33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A62621-B153-42F6-BA2F-DE026D82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66D8572-0E71-4566-9C36-1440A7B8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DHCP 주소 할당 확인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7097564-1385-4D5C-B443-F5A53671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044A7DA-F482-402D-9656-BEE53084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9E6176C-B438-4ED9-9E81-EF706B33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07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14ec24ad848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525735"/>
            <a:ext cx="7086600" cy="2089993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9C832AC-64E6-4061-BEBF-6E6460A8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172474-EFA2-46D9-958C-92BCD8B2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CCE8FFC-7507-42A6-98D5-5036CE6E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PC0: DHCP request successful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192.168.10.100/24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기본 게이트웨이 .1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307A63B-0937-4B15-AC0E-ABC6FE0B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서버의 .1~.99 제외 설정 이후 .100 할당을 화면에서 확인했다.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C234AA-8B72-4D93-91E5-7FBC2B0E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571722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B9F2456-BEFD-4D7E-999E-017634E5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5F7638-5579-4045-8EBD-E7E4FDFA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5DDBAD-48FB-4779-B2EE-C81C4585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Telnet 원격 접속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4399A4-AF9F-41AB-9D95-CF91CFFC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BA6DF6-4F79-4E61-9134-EDAC8A05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2BF0C2-6160-42F6-8F0E-702AD16E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08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ccd29a75546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1764479"/>
            <a:ext cx="7086600" cy="3612505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39DEE8A-5A29-44F4-9F67-67BE411C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701D449-3812-4D11-8FD6-B16728E0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F16166E-2E3E-4248-A6EA-20889E45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192.168.10.1로 Telnet 연결 후 R1&gt; 프롬프트 확인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D0F77EF-2B7C-4F8A-8A08-DC18CFA7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접속 성공은 입증되지만 Telnet은 인증 정보와 세션 보호가 필요할 때 적합하지 않다.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1279CA5-2139-4797-B603-2520B03B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6669710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17A8AAC-6C9E-4762-9418-17129B2B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BF6F3D-16DD-4CA5-A537-0E9FC547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8471E24-95BB-4F7A-BFD8-4952A055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SSH 원격 접속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73E00BC-07FA-4CE4-8BD5-8E8F36DEA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786A6F-7501-4A48-9F68-5E4D0AB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706BF24-FDCB-44D5-8619-FAFBE114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09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bdc2ea7a344e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092050"/>
            <a:ext cx="7086600" cy="2957363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432B2F6-E387-4CC7-8386-6AD32282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5C48B9C-FA59-4104-887E-61AFB321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D258792-BDC4-4F73-AB5E-603B9F29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ssh -l admin 192.168.10.1 실행 후 R1&gt; 프롬프트 확인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D2D06F-731E-4FCD-9737-DF556DCD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Packet Tracer에서 SSH v2와 로컬 계정 인증을 설정한 실습 결과다.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32C30B7-705F-4BA4-8C83-AF1EBF33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5238838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DEEC10-1240-4F9B-B8E0-9C539252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FC2378-9CCC-4B57-B293-393E1F16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3DFA254-36A2-46DB-81D3-FD018E4D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SSH 공개키 인증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9C85C5-2C0F-4717-BE2F-22B38E79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D087C9-25B5-4EB2-974F-1C1FE036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9B752A9-2C4F-4AED-AA0E-EC61B7FA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10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9dfb57b6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74961" y="1627632"/>
            <a:ext cx="5254580" cy="388620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BD2DB6B-AA08-42F3-8964-17CCB05E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49A900-4DA0-4840-8A95-6A93E962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B79263-1A14-40C5-BD57-74A32661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authorized_keys와 키 파일 확인 후 localhost SSH 접속 화면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2178E7-7227-4AF9-AD76-4298B494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앞선 키 생성·권한 설정 화면과 함께 볼 때 공개키 접속 흐름을 설명할 수 있다. 이 화면만으로 암호 로그인 비활성화는 주장하지 않는다.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1FFF1-F04F-48D7-A0ED-1770A426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2519883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B63602C-971F-479B-8132-8AC11650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C0ED5C-905A-4BF1-B212-F8B1F930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15EE01C-5BF0-4073-8DD4-BBA1B456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SSH 암호화 트래픽 관찰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4581D4C-F40B-4525-A8C0-5EAF8F39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E448B48-2800-4B9F-B5E1-91B23F26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1DD5DC-A189-45CA-84F9-798F71BE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11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1152033f14d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1642" y="1627632"/>
            <a:ext cx="6481219" cy="388620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F2B88C7-DB3D-4691-8BB6-F41FEC9C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ADD94E5-05D0-41BB-8BE8-292CAB4E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3612AE9-096C-4150-AD25-377D6D7B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루프백의 22/tcp 트래픽에서 SSH encrypted packet 확인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F5EB7A-8AB2-40D5-9008-3DCB71B6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패킷 목록과 프로토콜 표기를 근거로 암호화된 SSH 세션을 관찰했다.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577CB7B-A92E-4806-8004-96AE8FC6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38268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58F522-CC6A-498E-B7CF-A9405BD3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F2BBBE-2554-40CB-998E-FA189FDD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3AD6CE-B6B4-4E79-A251-E6693FBC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IPv6 주소와 로컬 통신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D5301F-7B93-4E76-801A-3C66A41A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DE0553-A677-4D31-BD4D-4DC4EF34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3A5646-7EF3-450D-9982-F902B151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12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a4becd25748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58672" y="1627632"/>
            <a:ext cx="5287159" cy="388620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BF244A-B2EC-4CCB-9B78-D19296CD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A83D893-6938-4A13-995E-F089451A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B9A8D7A-97EC-45D4-8491-89ADE7F1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::1 대상으로 ping6 10회 송신·10회 수신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5EE58E-E833-4137-8D7A-FA75A138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eth0에는 fe80:: 링크 로컬 주소가 있다. 이 결과는 로컬 루프백 통신 확인이다.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52079FD-B357-4730-BEEB-68A89979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2491922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F762F06-1FA6-4A06-B6DA-67860A09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15E371-96E0-47BB-A0E3-1767AFE8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AD0DD1-9724-48E3-AB0E-35305639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IPv6로 SSH 접속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9B4296-7238-4740-852F-A827D699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12F4A41-8DFA-4C47-AA3E-07E1D2CB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361A3B4-2DA1-426E-BCBB-C789FCCB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13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ad4c6435b4d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7967" y="1627632"/>
            <a:ext cx="4408569" cy="388620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77323C7-165C-4DEA-82AC-A01103D7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B5428F-5960-47AA-B506-9BA0645A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66A959D-27CD-4FED-B991-B449B4F1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ssh kaliuser@::1 접속 후 셸 프롬프트 확인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DE2BBF4-F062-4102-BB19-1D238BE0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sshd의 IPv6 22번 포트 수신 화면과 함께 IPv6 루프백 접속을 확인했다.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E707941-E17F-4E7E-94B5-981E6B0C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3636207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9D00951-7D9E-486C-B860-335E1A36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4477BE-33FB-4882-8A1D-3C23C328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4A1678-8864-4AF0-8745-4A4422BB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NAT/PAT 학습 기록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FB16A1-D830-4ED7-B366-5E45B335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D927374-1643-4C05-BDB7-511095AC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CA4751-16BF-40EE-BAA7-19248E3D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FD40207-0FD1-48AB-8AD5-4DE372C5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847088"/>
            <a:ext cx="1042416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NAT는 내부 주소와 외부 주소를 변환한다. PAT는 포트 번호까지 이용해 여러 내부 세션이 하나의 외부 주소를 공유하도록 구분한다.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설정 시 inside/outside 인터페이스, 변환 대상 주소, ACL 및 포트 식별을 확인한다. 결과 검증에는 변환 테이블과 양방향 통신 기록이 필요하다.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B7C34CC-CB6A-4DE4-B090-AF4532DF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이 항목은 학습 내용 요약이다. 설정 명령·변환 테이블·통신 캡처가 없어 성공 결과를 기재하지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604499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0AA5305-59BB-42AA-B1B4-CBBC228C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9B473FB-DD1C-4DA0-AD2E-BED53F00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709E9C-E2B7-453C-B0DF-D697FE7E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포트 스캔 결과와 TCP 응답 패킷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C2B872D-2CA9-47DF-87F7-15DA8023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3A7636-48CF-43C0-8815-545A87B2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E4E12E4-DF55-48C2-80C5-C1EE50C7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15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131b1c1664d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1912116"/>
            <a:ext cx="7086600" cy="331723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B90357C-9383-4A84-8721-6E578BC1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603AA8-AF44-43C7-8B76-845966DF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702E7B-1288-4269-B908-65560816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10.10.10.4 → 10.10.10.3으로 80·23·25·22/tcp SYN 전송. 화면에 SYN/ACK, RST 및 ICMP 도달 불가 응답이 함께 보인다.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C9B280-4431-4DA5-8879-9D626E57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스캔 결과의 포트 상태는 패킷별 응답과 함께 해석했다. 단일 캡처만으로 필터링 장비의 정책은 특정할 수 없다.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53E402E-06F8-4C77-BF52-008C6FC2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5198803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3F9C151-ADBD-4DBB-B310-E97728A07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2699D3-669D-403A-B895-6E033345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666E9B-53B8-41FE-9567-A90AFD82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ARP 테이블에서 확인한 주소 변동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F3D8E8-9418-445D-9270-1CC012FF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CB7429-BF06-4545-91DF-B160EC2B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250E806-62F6-4EAE-8651-8A70E0A8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16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0e767017204c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81267" y="1627632"/>
            <a:ext cx="5641968" cy="388620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06F9E4-275B-42E0-8071-8DFE9BB3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9230A9B-51C7-41FB-9659-78D73746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309248D-C7AD-49A7-9860-0F5E68B4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Windows의 10.10.10.3 항목이 08:00:27:29:39:ce에서 08:00:27:da:fa:7f로 변경됐다. 10.10.10.4도 뒤의 MAC으로 기록됐다.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EE088F9-62E3-4CDE-AFA6-AD6CA86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실습 중 두 IP가 같은 MAC으로 해석된 징후다. 변조 원인과 지속 시간은 패킷 및 설정 기록과 대조해야 한다.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09D1AE9-6F24-4266-B60D-57832411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430547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6883E8-AC3D-4983-A5C0-461D3B5D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91968F-DA2D-4CAC-BF1C-AD25CF7E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98850E-4CA5-401E-8851-4430738B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DNS 응답 조작을 위한 규칙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FCDC48C-A55D-40CB-B03A-F9535D4E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12DED2-0984-4B52-A202-0F6AB5CB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01590C1-9B85-42BC-B447-332A81DD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17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af98238fb42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1972094"/>
            <a:ext cx="7086600" cy="3197274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0D78847-38BC-45B0-9214-7E85789F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E501110-6FEC-4222-A8FC-6C03FE59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330F480-1E4B-4F0D-B920-61496DC8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etter.dns 파일에 google.co.kr 및 google.com 관련 이름을 10.10.10.4로 지정한 A 레코드 규칙이 보인다.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1D4052-EB4C-4D6E-A210-A0F940B8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규칙 작성 화면은 설정 의도를 보여준다. 실제 질의 응답의 변경 여부는 클라이언트 결과로 따로 확인해야 한다.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949C0A2-D814-433A-BCD5-A1672FB3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61195702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7DA629B-7C0B-46D6-8AB4-0F9B2409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0B5ED5-E1FD-4686-8F87-06A15591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77237B-F804-4F5B-80A1-D7E08A05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브라우저에서 관찰한 목적지 변화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8C15ED-8313-4C47-98E4-1E44B1AD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15D32B-3290-4409-9E23-1757919C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6A343F-DBFE-4BE0-B6FD-19D3D89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18</a:t>
            </a:r>
          </a:p>
        </p:txBody>
      </p:sp>
      <p:pic>
        <p:nvPicPr>
          <p:cNvPr id="21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0df383bf4843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37429" y="1627632"/>
            <a:ext cx="5329645" cy="388620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3EDA3F-636F-4C2A-8D8F-18352422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664208"/>
            <a:ext cx="3337560" cy="3840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6F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7D4FF67-C0B0-485C-84E9-E02382A3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1856231"/>
            <a:ext cx="28986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화면에서 확인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387D69C-1F81-45EA-8B70-FF465833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450592"/>
            <a:ext cx="2898648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6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브라우저 주소창은 google.co.kr이고, 표시된 내용은 Apache2 Debian 기본 페이지다.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6F712A-CCE0-474C-8AAB-386505E7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3904487"/>
            <a:ext cx="2898648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3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앞선 DNS 규칙·ARP 변동과 함께 보면 실습에서 의도한 리디렉션 결과와 부합한다. 이 화면만으로 DNS 응답값 자체는 확인할 수 없다.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7FD6647-0604-4F41-9A10-938D9DAB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제공된 실습 화면 중 해당 결과를 보여주는 부분을 발췌 없이 배치했습니다.</a:t>
            </a:r>
          </a:p>
        </p:txBody>
      </p:sp>
    </p:spTree>
    <p:extLst>
      <p:ext uri="{BB962C8B-B14F-4D97-AF65-F5344CB8AC3E}">
        <p14:creationId xmlns:p14="http://schemas.microsoft.com/office/powerpoint/2010/main" val="7235287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9D98B5A-9DC1-42E6-BB98-9F157016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69B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8B80BD-AF64-47F6-99FC-13454CE9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402336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2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C782B3-EFDB-4621-B13B-9D0A255D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841248"/>
            <a:ext cx="10789920" cy="649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2700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결론과 추가 검증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28209BE-93B3-41A3-9294-7A9D3452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318504"/>
            <a:ext cx="10789920" cy="146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E0E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6A3AC95-5FB1-490D-9F65-EFDCE498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437376"/>
            <a:ext cx="98755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교육용 실습 · 화면으로 확인한 결과와 해석을 구분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FB8B8D-ECBA-4269-9E7F-934BAE20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42823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0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19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9BE103F-C064-48B4-8331-C4CDE551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847088"/>
            <a:ext cx="1042416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확인한 결과: DNS·DHCP·원격 접속·IPv6 루프백의 기초 검증, 포트 스캔 응답 패킷, ARP 항목 변경 및 브라우저 표시 내용의 변화.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추가 검증 과제: DNS 변조 전후 응답 패킷 대조, NAT/PAT 변환 테이블 확보, 공개키 인증 로그와 외부 IPv6 통신 확인.</a:t>
            </a:r>
          </a:p>
          <a:p xmlns:a="http://schemas.openxmlformats.org/drawingml/2006/main">
            <a:pPr>
              <a:spcAft>
                <a:spcPts val="800"/>
              </a:spcAft>
              <a:buNone/>
            </a:pPr>
          </a:p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8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화면에서 관찰한 결과와 원인에 관한 추론을 구분해 기록했다.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F81253-8D8D-413A-AF7A-EE70B3EA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715000"/>
            <a:ext cx="107899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</a:pPr>
            <a:r>
              <a:rPr sz="1100" b="0">
                <a:solidFill>
                  <a:srgbClr val="4E6478"/>
                </a:solidFill>
                <a:latin typeface="Noto Sans CJK KR"/>
                <a:ea typeface="Noto Sans CJK KR"/>
                <a:cs typeface="Noto Sans CJK KR"/>
              </a:rPr>
              <a:t>실습 환경의 관찰 결과이며 운영망의 보안 수준 또는 다른 환경에서의 동일 동작을 보증하지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190034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145E1-F45D-4837-85D6-47479DC9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000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FF671-5D92-417E-9556-6A19981E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80962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pfSense 방화벽 규칙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474477-B1C5-4D2A-B008-7AF15D866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341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교육용 실습 · 화면에서 확인한 사실을 중심으로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2A61A5-59AC-4413-A95A-CF47C263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20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7893d18b1c4025"/>
          <a:stretch xmlns:a="http://schemas.openxmlformats.org/drawingml/2006/main"/>
        </p:blipFill>
        <p:spPr>
          <a:xfrm xmlns:a="http://schemas.openxmlformats.org/drawingml/2006/main">
            <a:off x="666750" y="3015059"/>
            <a:ext cx="7239000" cy="98028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6D4C43-422C-46C7-8403-ABBCA105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526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OPT1: 10.10.10.0/24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FC638-22E0-4BB1-9CB0-20C31355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90775"/>
            <a:ext cx="31908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HTTP 80 허용 규칙을 차단 규칙 위에 배치한 화면이다. LAN 규칙에는 Rocky(192.168.1.10)에서 Kali(10.10.10.4)의 SSH 22 및 HTTP 80으로 가는 항목이 보인다.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37930-D592-4B49-8793-51E0AAB4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48325"/>
            <a:ext cx="1038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50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증거: 1000000573, 1000000575, 1000000576</a:t>
            </a:r>
          </a:p>
        </p:txBody>
      </p:sp>
    </p:spTree>
    <p:extLst>
      <p:ext uri="{BB962C8B-B14F-4D97-AF65-F5344CB8AC3E}">
        <p14:creationId xmlns:p14="http://schemas.microsoft.com/office/powerpoint/2010/main" val="20408089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3D9DD7-9218-464E-AC7E-261B63C5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000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D3999-C9B5-4662-88E6-6A7FC7BB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80962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Suricata 사용자 정의 규칙과 통신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D6B6D-98FF-4AAC-80F3-C240ED9E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341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교육용 실습 · 화면에서 확인한 사실을 중심으로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C2D6D-649D-4645-897B-70F238BB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38735170a42b0"/>
          <a:stretch xmlns:a="http://schemas.openxmlformats.org/drawingml/2006/main"/>
        </p:blipFill>
        <p:spPr>
          <a:xfrm xmlns:a="http://schemas.openxmlformats.org/drawingml/2006/main">
            <a:off x="666750" y="1923064"/>
            <a:ext cx="7143750" cy="1306897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6291aee17e4f0e"/>
          <a:stretch xmlns:a="http://schemas.openxmlformats.org/drawingml/2006/main"/>
        </p:blipFill>
        <p:spPr>
          <a:xfrm xmlns:a="http://schemas.openxmlformats.org/drawingml/2006/main">
            <a:off x="666750" y="3732368"/>
            <a:ext cx="7143750" cy="126969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C0B19-B4FB-41EA-A2AC-5A83EC00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62125"/>
            <a:ext cx="3190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ICMP drop 규칙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C5CD8-837D-48FC-8ABF-31C98E93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81250"/>
            <a:ext cx="32099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Suricata는 192.168.1.10에서 10.10.10.4로 향하는 ICMP 패킷에 drop 동작을 지정했다. Rocky의 ping 결과는 10회 송신, 0회 수신이다.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3DE5C-AA17-45FD-B698-79801651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673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두 화면은 차단 설정과 통신 실패를 보여준다. 규칙이 원인인지 확정하려면 해당 시점의 alert 또는 drop 로그를 대조해야 한다.</a:t>
            </a:r>
          </a:p>
        </p:txBody>
      </p:sp>
    </p:spTree>
    <p:extLst>
      <p:ext uri="{BB962C8B-B14F-4D97-AF65-F5344CB8AC3E}">
        <p14:creationId xmlns:p14="http://schemas.microsoft.com/office/powerpoint/2010/main" val="161822661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A7E07-DA92-49EB-905B-74C9ED67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000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DEDDF-80CE-4CCD-8B97-9C4852CD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80962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Snort 탐지 규칙 작성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FD4BC-12AD-453B-AF9F-33376635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341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교육용 실습 · 화면에서 확인한 사실을 중심으로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AF5D7-240D-4833-AC08-57A44E01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22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1cff601f5a4695"/>
          <a:stretch xmlns:a="http://schemas.openxmlformats.org/drawingml/2006/main"/>
        </p:blipFill>
        <p:spPr>
          <a:xfrm xmlns:a="http://schemas.openxmlformats.org/drawingml/2006/main">
            <a:off x="666750" y="2588605"/>
            <a:ext cx="7143750" cy="140456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3A07D3-58DC-4594-94B5-CE56B702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3000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00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local.rules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CC461-9CA4-4ADF-B2D5-82E0E5FC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190875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10.10.10.4에서 10.10.10.11로 향하는 ICMP를 대상으로 threshold 조건을 둔 alert 규칙을 작성했다.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DBC31B-AE24-45B4-9C9A-1F559451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2863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화면은 규칙 편집 단계다. 탐지 발생과 경보 출력은 별도의 실행 로그가 있어야 확인할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206129248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74709-642C-4AFF-9FF9-1C5BF22B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00050"/>
            <a:ext cx="809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2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김소윤  /  네트워크 보안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05883-9DAB-4301-B635-0EE0B680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809625"/>
            <a:ext cx="10668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625" b="1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확인한 결과와 다음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2BDD4-E8E2-48BF-8FB7-F52FCFEE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334125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0">
                <a:solidFill>
                  <a:srgbClr val="526678"/>
                </a:solidFill>
                <a:latin typeface="Noto Sans CJK KR"/>
                <a:ea typeface="Noto Sans CJK KR"/>
                <a:cs typeface="Noto Sans CJK KR"/>
              </a:rPr>
              <a:t>교육용 실습 · 화면에서 확인한 사실을 중심으로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C1905-554E-4ECA-86B7-BE8D37BF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A57605-811A-4E8F-9A64-9030A89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패킷 분석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EA594-9088-4292-BB71-8D8471F4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193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25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DNS 요청·응답과 포트 스캔에 따른 TCP·ICMP 응답을 화면으로 대조했다.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7C07B-DB36-4337-9AE2-AFD2B735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접근 제어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A65DBA-46B3-46D3-8394-EFD7AD05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5225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25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pfSense 방화벽 규칙, Suricata drop 규칙, Snort alert 규칙을 설정 화면에서 확인했다.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BF403-9901-4DE0-A229-0D99F066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339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875" b="1">
                <a:solidFill>
                  <a:srgbClr val="2069B1"/>
                </a:solidFill>
                <a:latin typeface="Noto Sans CJK KR"/>
                <a:ea typeface="Noto Sans CJK KR"/>
                <a:cs typeface="Noto Sans CJK KR"/>
              </a:rPr>
              <a:t>남은 검증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58F25-804E-4EAC-9B5E-6956DDB3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50" b="0">
                <a:solidFill>
                  <a:srgbClr val="15324E"/>
                </a:solidFill>
                <a:latin typeface="Noto Sans CJK KR"/>
                <a:ea typeface="Noto Sans CJK KR"/>
                <a:cs typeface="Noto Sans CJK KR"/>
              </a:rPr>
              <a:t>방화벽 적용 전후 로그와 Suricata alert·drop 기록을 패킷 결과와 같은 시각으로 대조한다.</a:t>
            </a:r>
          </a:p>
        </p:txBody>
      </p:sp>
    </p:spTree>
    <p:extLst>
      <p:ext uri="{BB962C8B-B14F-4D97-AF65-F5344CB8AC3E}">
        <p14:creationId xmlns:p14="http://schemas.microsoft.com/office/powerpoint/2010/main" val="5637669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2026-09-27T09:14:17.7290000Z</dcterms:created>
  <dcterms:modified xsi:type="dcterms:W3CDTF">2026-09-27T09:14:17.7290000Z</dcterms:modified>
</coreProperties>
</file>